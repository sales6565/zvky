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fourteen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weekday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Friday. There is no Saturday or Sunday row, and the API refuses a line dated to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is a number of HOURS against a project, an asset or non-project time. No start and end times.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asset and its hours are WORKED OUT and the field locks — what it recorded, less what you have already filed against it, so a multi-day job is never counted twice. Weekend work still counts towards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no asset — leave, a meeting, training — is typed in as before. There is nothing to calculate it from.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calculated figure looks wrong, flag it with a reason. Nobody edits it; the disagreement goes on the record beside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over 8 hours is flagged, not refused. A long day is real; a form that refuses one is not.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daily, and nobody approves it. Submitting locks the day; its owner can reopen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Reading a team’s sits with leads and producers — 18 designations. There is no Approve Timesheets permission any more.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35480"/>
            <a:ext cx="5632704" cy="3352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9800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week: an asset line, a flagged figure and non-project time.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 gives somebody a temporary one, signs their devices out and forces them to choose a new one. Nobody ever sees the password they pick. Super Admin only until granted in Settings.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 to anybody; groups are for the people who run work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speech-bubble icon beside the bell. One to one with anybody in the studio, with no permission needed.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hold thirty people, counting whoever made them, and are started by Leads, Production and Creative Direction.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renames the group, adds and removes people; anybody can leave. An owner who leaves hands it 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.png, .jpg, .svg, .webp, .mov, .mp4 up to 30MB — deleted after twelve hours. The message stays and says the file expired.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 the people in it. No Super Admin view, no export, and no permission that could create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message also raises a DESKTOP notification, as an assignment does. Everyone is asked for browser permission; a refusal is reported in the app, not swallowed.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chats. Production planning and creative direction — 25 designations — may start a group.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30413"/>
            <a:ext cx="5632704" cy="236293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307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one-to-one conversation.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— the standard day the Idle report measures against.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lists: Scope of Work, Priorities, Asset Categories, Project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permissions across 60 designations, in only fourteen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except the shielded designations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and creative direction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66928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60" name="Shape 58"/>
          <p:cNvSpPr/>
          <p:nvPr/>
        </p:nvSpPr>
        <p:spPr>
          <a:xfrm>
            <a:off x="4279392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443984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443984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permissions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7040880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4" name="Text 62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2026-09-05T23:34:14Z</dcterms:created>
  <dcterms:modified xsi:type="dcterms:W3CDTF">2026-09-05T23:34:14Z</dcterms:modified>
</cp:coreProperties>
</file>