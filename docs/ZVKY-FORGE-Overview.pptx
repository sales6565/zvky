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twelve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23-25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 — not a timer you can pause.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window is printed above the week — 09:30 to 19:00 IST, lunch 13:00 to 14:00, 8 hours a day.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outside the day are refused; the lunch hour is taken out of any line that crosses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daily. A submitted day is with your approver and no longer yours to edit.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Approvers see their team’s days, with the count carried on the tab.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reads the configured window — change it in Settings and the rules change with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Approving sits with leads and producers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2451"/>
            <a:ext cx="5632704" cy="259885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2103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week: Submitted, Approved and Draft days.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landing, time sheets waiting.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and lunch — the window the Time Sheet and the Idle report both read.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value lists: Scope of Work, Priorities,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permissions across 60 designations, in only twelve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permissions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2026-09-03T10:39:38Z</dcterms:created>
  <dcterms:modified xsi:type="dcterms:W3CDTF">2026-09-03T10:39:38Z</dcterms:modified>
</cp:coreProperties>
</file>