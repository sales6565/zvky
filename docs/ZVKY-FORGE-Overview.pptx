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twelve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23-25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project is, and how it is going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Start Date and End Date describe the project. They are set on Add Project and are plain information — nothing warns or blocks when an end date passes.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Add Category" creates a category from inside the form and selects it straight away.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Bid Hours adds up every asset’s Man Hours — every asset, at every stage, including delivered ones.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Time adds up every round of every asset, held time excluded. The same figure the Efficiency report shows.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figure is stored. Both are counted from the assets each time the tab is drawn, so they are never out of date.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see clients sees the columns. Creating and editing projects is the existing project permission; managing the Project Categories list is its own Settings permission, separate from asset categories.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25319"/>
            <a:ext cx="5632704" cy="177312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60816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projects under a client.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window is printed above the week — 09:30 to 19:00 IST, lunch 13:00 to 14:00, 8 hours a day.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outside the day are refused; the lunch hour is taken out of any line that crosses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daily. A submitted day is with your approver and no longer yours to edit.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Approvers see their team’s days, with the count carried on the tab.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reads the configured window — change it in Settings and the rules change with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Approving sits with leads and producers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2451"/>
            <a:ext cx="5632704" cy="259885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2103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week: Submitted, Approved and Draft days.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landing, time sheets waiting.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lunch — the window the Time Sheet and the Idle report both read.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 lists: Scope of Work, Priorities,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permissions across 60 designations, in only twelve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2026-09-05T11:22:48Z</dcterms:created>
  <dcterms:modified xsi:type="dcterms:W3CDTF">2026-09-05T11:22:48Z</dcterms:modified>
</cp:coreProperties>
</file>