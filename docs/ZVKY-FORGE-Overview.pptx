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full User Manual and Reference. This deck is the ten-minute version; the manual is the one to follow at a keyboard.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numbers are the whole design: a fixed pipeline, a role system fine enough to match a real studio, and one rule about focus.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demonstrating live: sign in as an artist and as a producer and show the tour differing.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moves connect these ten stages. The manual has the full table; this deck shows the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this one in induction: the permissions here are narrow out of the box, and a studio must grant them before producers and directors can use the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twelve bands are generated from the permission table, not written by hand. Appendix A of the manual lists every designation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standing rule: every feature prompt from here on should say what the documentation needs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7F141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103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400" kern="0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ZVKY FORGE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1627632" y="2697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asset &amp; animation pipeline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Studio Pipeline Overview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60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 per module, with screenshots from the running application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60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induction deck  ·  built 2026-09-04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IT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place where every piece of work lives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from Not Assigned to Delivered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19856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2736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3621024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designations, each with its own view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72784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a Super Admin controls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25712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08592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task per person at a time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8006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asset carries who did what and when. Nothing moves except through a recorded step, and every step is one somebody was allowed to take.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in, the tour, the header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2180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32180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2180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Assets, and bulk upload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2180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 and preview images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32180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workflow, and one active task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2180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12-14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review gates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2180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15-16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and the client loop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32180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3620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 and Pending Actions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9108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23620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99108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3620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99108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3620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99108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23620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your profile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99108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23620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and permissions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99108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23-25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23620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99108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23620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documentation current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099108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in, and the tour that meets you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the email the studio issued and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guided Quick Tour opens by itself the first time. It walks only the tabs your designation actually gives you.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question-mark icon in the header reopens it whenever you want.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need 10 characters, upper and lower case, a number and a symbol.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The tour needs no permission and shows each person a different walk.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428570"/>
            <a:ext cx="5632704" cy="23666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90491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tour opening on a first sign-in. Seven steps for a Game Artist.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AROUND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header decides what you are looking at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Client, then Project — everything below follows the pair you choose 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 and designation, so you always know which view you are 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notifications; the question mark reopens the tour.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 row is built from your permissions. Nobody sees a tab they cannot use.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but no two designations see the same tab row.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3513974"/>
            <a:ext cx="5632704" cy="19581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38195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header, from the brand mark to Log out.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answers "where is this?"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column per stage, one card per asset.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strip above counts every stage and the share of the project that is finished.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shows the preview image, the code, the estimate, the name and who holds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counts are what YOU may see — an artist and a producer read different numbers off the same project.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Reach comes from the designation, not from the screen.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19823"/>
            <a:ext cx="5632704" cy="258411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013665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as a Super Admin sees it.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sit under clients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project against a client, and name the team leads who run its first review gate.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production coordinators if the studio uses them.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up to two people to supervise it — the cap is enforced by the server, because five supervisors means none.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project is closed rather than deleted, so its assets and history stay readable.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Everyone else sees the clients they work under.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203704"/>
            <a:ext cx="5632704" cy="281635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12978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new-project form.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asset, or two hundred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Asset takes a name and a scope of work; the code is generated (CHR-004).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Upload Assets takes a spreadsheet of nine columns — press Sample format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bad row is reported with its row number and reason; the good rows still import.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unrecognised column heading is reported, never silently dropped.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— 23 designations. Deleting an asset is administration only.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78838"/>
            <a:ext cx="5632704" cy="326608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5465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List, on its Active sub-tab.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sub-tabs, and an asset is in exactly one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— everything still moving.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 — work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— delivered, kept for the record.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— every stage change, who made it and when.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several rows to deliver them in one action; each is still recorded individually.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sees the list. Bulk delivery sits with the delivery band — 18 designations.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7986"/>
            <a:ext cx="5632704" cy="164778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55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History sub-tab.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about one asset, in one place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from any card or any row.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image, code, name, stage, and Time Spent at the top.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brief, the estimate, the deadline, the category, the priority and the description.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Tasks, notes, submissions and the asset’s own history further down.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who can see the asset. What you may change depends on your designation.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a file, or paste a link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JPG or PNG of up to 5 MB, or paste an http/https image address.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holds one or the other, never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linked image stays current with its source — and falls back to the scope-of-work icon if the link dies, rather than showing a broken picture.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setting and removing are recorded in the Activity Log, naming the person and the kind.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assignee can always set their own asset’s preview. Anybody else needs Asset Edit.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with an uploaded preview, in progress.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stages, and no way round them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6E6A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212848"/>
            <a:ext cx="146304" cy="146304"/>
          </a:xfrm>
          <a:prstGeom prst="ellipse">
            <a:avLst/>
          </a:prstGeom>
          <a:solidFill>
            <a:srgbClr val="6E6A6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0976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Assigned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34640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B8D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99232" y="2212848"/>
            <a:ext cx="146304" cy="146304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18688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18688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02352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C892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2212848"/>
            <a:ext cx="146304" cy="146304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0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70064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7B9B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34656" y="2212848"/>
            <a:ext cx="146304" cy="146304"/>
          </a:xfrm>
          <a:prstGeom prst="ellipse">
            <a:avLst/>
          </a:prstGeom>
          <a:solidFill>
            <a:srgbClr val="7B9BD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54112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Review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754112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637776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02368" y="22128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21824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Feedbacks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21824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9B7E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3584448"/>
            <a:ext cx="146304" cy="146304"/>
          </a:xfrm>
          <a:prstGeom prst="ellipse">
            <a:avLst/>
          </a:prstGeom>
          <a:solidFill>
            <a:srgbClr val="9B7EF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50976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Review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34640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5844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218688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Feedbacks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218688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102352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3FA9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66944" y="3584448"/>
            <a:ext cx="146304" cy="146304"/>
          </a:xfrm>
          <a:prstGeom prst="ellipse">
            <a:avLst/>
          </a:prstGeom>
          <a:solidFill>
            <a:srgbClr val="3FA96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0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for Client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0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370064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2FA3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34656" y="3584448"/>
            <a:ext cx="146304" cy="146304"/>
          </a:xfrm>
          <a:prstGeom prst="ellipse">
            <a:avLst/>
          </a:prstGeom>
          <a:solidFill>
            <a:srgbClr val="2FA3B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754112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 Client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754112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637776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4B84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02368" y="3584448"/>
            <a:ext cx="146304" cy="146304"/>
          </a:xfrm>
          <a:prstGeom prst="ellipse">
            <a:avLst/>
          </a:prstGeom>
          <a:solidFill>
            <a:srgbClr val="54B84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0021824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021824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5029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at either gate sends the asset back a stage, not to the beginning. Stage colours are deliberately distinct from the brand colour, so a red card never reads as branding.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THE WORK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and Start, then Submit for Review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and Start moves the asset to In Progress and stamps the time.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is the gap between that stamp and your submission, less any stretch put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for Review sends it to the first gate with the file or the link attached.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submit work you never started, which is what makes Time Spent mean anything.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asset is assigned to,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accepting. Time Spent reads 0s.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AT A TIME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active task, enforced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one of your assets is open, Accept and Start on every other one is disabled.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message names the asset that is holding you up.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open one and every other unlocks immediately.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on the server as well as the screen, so a second browser tab does not get 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restricts starting your own work and nothing else — reviewing, approving and time sheets are untouched.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everybody who accepts work. A lead with an asset under way still runs their queue.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asset, refused, naming the open one.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a task down without handing it in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stops the count on a task and frees you to start another 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held time is left out of that asset’s Time Spent. Say why in a line, or leave it blank.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stays in its stage and carries an On hold badge, so a lead can see the work has stopped.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obeys the same one-task rule as starting, so holding is not a way around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now depends on people pressing the button, exactly as the Time Sheet does.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task is assigned to, with Hold / Resume Own Task — on for every designation by default, and switchable off in Settings. Nobody can hold somebody else’s task in this version.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in progress, where the Hold button sits.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lead sees it first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to send it on to the Creative Director.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changes to send it back as TL Feedbacks, with a note.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without a Creative Director gate can send straight to Approved for Client, if the reviewer holds that permission.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 comes back through this same gate.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 — 23 designations: leads, supervisors, production and creative direction.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TL Review.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Director, and the relay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for client, or Submit Feedback — one action, not two competing decisions.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goes to CD Feedbacks, which sits with the team lead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 reads the notes, adds their own reading, and relays them to the artist.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they do, the artist cannot start the rework — and the application says so plainly.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 — 9 designations: art direction and above.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CD Review.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out of the studio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— handed over, and the asset is Delivered. One step.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client review — the asset waits at Awaiting Client Feedback.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approved sends it to Delivered; client changes send it back to TL Feedbacks and round again.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uses whichever route matches how it works with that client.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— 18 designations. The whole client-feedback loop is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95305"/>
            <a:ext cx="5632704" cy="163315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38183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later columns on the board.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project, not an asset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producer sends a project to the Creative Director with a question.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lands in the reviewer’s Pending Actions, which carries a count and highlights while something waits.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 answers with Submit Feedback; the submitter is notified at once.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submitter reads it and presses Acknowledge and Close.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submissions never appear in your queue to answer, only in your queue to read.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Admin. Sending, and seeing your own submissions, are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811110"/>
            <a:ext cx="5632704" cy="360153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52237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Actions, as the Creative Director.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day at a time, in IST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 window is printed above the week — 09:30 to 19:00 IST, lunch 13:00 to 14:00, 8 hours a day.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outside the day are refused; the lunch hour is taken out of any line that crosses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is daily. A submitted day is with your approver and no longer yours to edit.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Approvers see their team’s days, with the count carried on the tab.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reads the configured window — change it in Settings and the rules change with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fills in their own. Approving sits with leads and producers — 18 designations.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12451"/>
            <a:ext cx="5632704" cy="259885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021037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week: Submitted, Approved and Draft days.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 against actual, and time with nothing open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compares each asset’s man hours against Time Spent, by user, asset, project or scope of work.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how many assets had time held back, and Idle counts that same held time as idle — the two reports are meant to disagree there.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is working time during which somebody had nothing started.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counts against the configured working hours, so evenings and lunch are not counted as idle.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Now answers the immediate question: who has nothing open right now.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exports to Excel and PDF, named after the view you were looking at.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plus anyone given View Reports. Team Lead is a common addition.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18014"/>
            <a:ext cx="5632704" cy="33877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41547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Idle report.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staff list, and your own team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person with their name, sign-in email, designation, reporting line and project.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designation can do comes from the tier behind it — pick the closest match.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import takes name, email and role as required columns.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 shows the people who report to you, what they are carrying and how far along it is.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My Team is open to anyone who supervises people — 14.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869086"/>
            <a:ext cx="5632704" cy="148558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4644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Team, as a Team Lead.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Notifications, your photo, your password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notifications: work assigned to you, reviews coming back, feedback landing, time sheets waiting.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holds your photo, which then appears everywhere you are represented.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also holds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your password signs out every other session — deliberately, since a password is changed because it may be known.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for themselves.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023074"/>
            <a:ext cx="5632704" cy="317761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104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Profile panel.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one screen, but the ones you hold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hours and lunch — the window the Time Sheet and the Idle report both read.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 — the studio name and the colour used across the application.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value lists: Scope of Work, Priorities, Categories and Roles.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Renaming a value is safe; a value in use cannot be deleted, only deactivated.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given one Settings permission gets this page with exactly that one section on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one permission per section.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6972"/>
            <a:ext cx="5632704" cy="1649816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6516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working-hours control.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access bands, not sixty role lists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5544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permissions across 60 designations, in only twelve distinct groups of holders.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28416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279392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who works on assets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443984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91856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56448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56448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753344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66928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328416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4279392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43984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and producers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443984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permissions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991856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56448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supervises people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156448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753344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66928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328416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4279392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43984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040880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991856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56448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156448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permissions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753344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566928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31520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31520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permissions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328416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4279392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443984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43984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permissions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7040880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7991856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56448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only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8156448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permissions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10753344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6" name="Text 54"/>
          <p:cNvSpPr txBox="1"/>
          <p:nvPr/>
        </p:nvSpPr>
        <p:spPr>
          <a:xfrm>
            <a:off x="566928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 number on each card is how many designations hold that band. Super Admin holds everything, including any permission added in future, without anybody switching it on.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screen decides what everybody else may do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designation, tick the actions it should hold, save.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applies to everybody holding that designation, on their next request.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holds every permission and cannot be edited down.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is written to the Activity Log — the designation, the permission and the direction.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70441"/>
            <a:ext cx="5632704" cy="408287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763047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permission grid for one designation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record that crosses every module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anybody takes, newest first, with the person’s name and designation.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person, module, action or date; search the text.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change has a before and an after, the entry shows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can be edited or removed, from this screen or any other.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history, the review trail and the time-sheet log all still exist — this is the view that crosses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designations. Readable, filterable, exportable, editable by nobody.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28779"/>
            <a:ext cx="5632704" cy="416620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804709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IT CURRENT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documentation is built, not written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Screenshots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by a script that signs in as each demo designation and drives the real buttons. A rebuild cannot leave last month’s picture behind.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79392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07992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Permission tables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07992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 of a pristine deployment, so they say what the software ships with rather than what somebody remembers.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91856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0456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bands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0456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from those tables. A new permission appears in the manual on the next build with nobody editing it.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434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new feature needs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8006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section in the right chapter of the manual, written as steps somebody can follow.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screenshot, added to the capture script so it is re-taken on every build.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note naming the access band — which the permission tables already know about.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slide here, if it is something a new joiner needs to know exists.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ZVKY FORGE - Studio Pipeline Overview</dc:title>
  <dc:subject>PptxGenJS Presentation</dc:subject>
  <dc:creator>ZVKY FORGE</dc:creator>
  <cp:lastModifiedBy>ZVKY FORGE</cp:lastModifiedBy>
  <cp:revision>1</cp:revision>
  <dcterms:created xsi:type="dcterms:W3CDTF">2026-09-04T11:50:10Z</dcterms:created>
  <dcterms:modified xsi:type="dcterms:W3CDTF">2026-09-04T11:50:10Z</dcterms:modified>
</cp:coreProperties>
</file>