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twelve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23-25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project is, and how it is going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Start Date and End Date describe the project. They are set on Add Project and are plain information — nothing warns or blocks when an end date passes.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Add Category" creates a category from inside the form and selects it straight away.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Bid Hours adds up every asset’s Man Hours — every asset, at every stage, including delivered ones.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Time adds up every round of every asset, held time excluded. The same figure the Efficiency report shows.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figure is stored. Both are counted from the assets each time the tab is drawn, so they are never out of date.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see clients sees the columns. Creating and editing projects is the existing project permission; managing the Project Categories list is its own Settings permission, separate from asset categories.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25319"/>
            <a:ext cx="5632704" cy="177312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60816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projects under a client.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is a number of HOURS against a project, an asset or non-project time. No start and end times.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asset and the hours it recorded that day are offered — a suggestion in a field you can change.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over 8 hours is flagged, not refused. A long day is real; a form that refuses one is not.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daily, and nobody approves it. Submitting locks the day; its owner can reopen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 reads their team’s hours and nothing more — the approval queue is gone.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Reading a team’s sits with leads and producers — 18 designations. There is no Approve Timesheets permission any more.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2451"/>
            <a:ext cx="5632704" cy="259885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2103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of Draft and Submitted days.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landing, time sheets waiting.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— the standard day the Idle report measures against.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value lists: Scope of Work, Priorities, Asset Categories, Project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permissions across 60 designations, in only twelve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2026-09-05T11:58:12Z</dcterms:created>
  <dcterms:modified xsi:type="dcterms:W3CDTF">2026-09-05T11:58:12Z</dcterms:modified>
</cp:coreProperties>
</file>