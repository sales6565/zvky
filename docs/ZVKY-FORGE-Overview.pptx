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weekday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Friday. There is no Saturday or Sunday row, and the API refuses a line dated to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its hours are WORKED OUT and the field locks — what it recorded, less what you have already filed against it, so a multi-day job is never counted twice. Weekend work still counts towards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no asset — leave, a meeting, training — is typed in as before. There is nothing to calculate it from.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calculated figure looks wrong, flag it with a reason. Nobody edits it; the disagreement goes on the record beside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35480"/>
            <a:ext cx="5632704" cy="3352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9800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week: an asset line, a flagged figure and non-project time.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 gives somebody a temporary one, signs their devices out and forces them to choose a new one. Nobody ever sees the password they pick. Super Admin only until granted in Settings.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twelve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INSIDE chat: nobody reads a conversation they are not in through the panel, Super Admin included.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it there is one screen — Settings → Chat Activity — that reads everything, behind its own permission, held by the Super Admin alone. Reading it is itself recorded. Tell staff chat is logged.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message also raises a DESKTOP notification, as an assignment does. Everyone is asked for browser permission; a refusal is reported in the app, not swallowed.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permissions across 60 designations, in only fourteen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except the shielded designations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4279392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443984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443984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permissions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7040880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4" name="Text 62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2026-09-06T06:08:44Z</dcterms:created>
  <dcterms:modified xsi:type="dcterms:W3CDTF">2026-09-06T06:08:44Z</dcterms:modified>
</cp:coreProperties>
</file>